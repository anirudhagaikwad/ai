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62" r:id="rId9"/>
    <p:sldId id="264" r:id="rId10"/>
    <p:sldId id="278" r:id="rId11"/>
    <p:sldId id="277" r:id="rId12"/>
    <p:sldId id="286" r:id="rId13"/>
    <p:sldId id="28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971070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like Agriculture / Education / Healthcare / …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ea typeface="Times New Roman"/>
                <a:cs typeface="Times New Roman"/>
                <a:sym typeface="Times New Roman"/>
              </a:rPr>
              <a:t>Write your project title here</a:t>
            </a:r>
            <a:r>
              <a:rPr lang="en-US" sz="2400" b="1" dirty="0">
                <a:highlight>
                  <a:srgbClr val="FFFF00"/>
                </a:highlight>
              </a:rPr>
              <a: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err="1"/>
              <a:t>LangFlow</a:t>
            </a:r>
            <a:r>
              <a:rPr lang="en-US" b="1" dirty="0"/>
              <a:t>,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err="1"/>
              <a:t>LangFlow</a:t>
            </a:r>
            <a:r>
              <a:rPr lang="en-US" dirty="0"/>
              <a:t>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endParaRPr lang="en-US" dirty="0"/>
          </a:p>
          <a:p>
            <a:endParaRPr lang="en-US" dirty="0"/>
          </a:p>
          <a:p>
            <a:r>
              <a:rPr lang="en-US" dirty="0"/>
              <a:t>6) </a:t>
            </a:r>
            <a:r>
              <a:rPr lang="en-US" dirty="0">
                <a:highlight>
                  <a:srgbClr val="FFFF00"/>
                </a:highlight>
              </a:rPr>
              <a:t>Add name of any other component used.</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tretch>
            <a:fillRect/>
          </a:stretch>
        </p:blipFill>
        <p:spPr>
          <a:xfrm>
            <a:off x="464439" y="1066220"/>
            <a:ext cx="11469656"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2" name="Picture 1" descr="A screenshot of a computer&#10;&#10;AI-generated content may be incorrect.">
            <a:extLst>
              <a:ext uri="{FF2B5EF4-FFF2-40B4-BE49-F238E27FC236}">
                <a16:creationId xmlns:a16="http://schemas.microsoft.com/office/drawing/2014/main" id="{E9DB3200-E2EC-A058-B02D-E1510060484E}"/>
              </a:ext>
            </a:extLst>
          </p:cNvPr>
          <p:cNvPicPr>
            <a:picLocks noChangeAspect="1"/>
          </p:cNvPicPr>
          <p:nvPr/>
        </p:nvPicPr>
        <p:blipFill>
          <a:blip r:embed="rId3"/>
          <a:stretch>
            <a:fillRect/>
          </a:stretch>
        </p:blipFill>
        <p:spPr>
          <a:xfrm>
            <a:off x="797873" y="1572554"/>
            <a:ext cx="4579423" cy="2822245"/>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03614573-D426-9337-9C0E-5207B9123920}"/>
              </a:ext>
            </a:extLst>
          </p:cNvPr>
          <p:cNvPicPr>
            <a:picLocks noChangeAspect="1"/>
          </p:cNvPicPr>
          <p:nvPr/>
        </p:nvPicPr>
        <p:blipFill>
          <a:blip r:embed="rId4"/>
          <a:stretch>
            <a:fillRect/>
          </a:stretch>
        </p:blipFill>
        <p:spPr>
          <a:xfrm>
            <a:off x="6121978" y="1562409"/>
            <a:ext cx="5074227" cy="2812844"/>
          </a:xfrm>
          <a:prstGeom prst="rect">
            <a:avLst/>
          </a:prstGeom>
        </p:spPr>
      </p:pic>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1158</TotalTime>
  <Words>1423</Words>
  <Application>Microsoft Office PowerPoint</Application>
  <PresentationFormat>Widescreen</PresentationFormat>
  <Paragraphs>125</Paragraphs>
  <Slides>15</Slides>
  <Notes>14</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Yogesh Raje</cp:lastModifiedBy>
  <cp:revision>40</cp:revision>
  <dcterms:created xsi:type="dcterms:W3CDTF">2025-07-08T05:06:56Z</dcterms:created>
  <dcterms:modified xsi:type="dcterms:W3CDTF">2026-04-21T05:09:40Z</dcterms:modified>
</cp:coreProperties>
</file>